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🧪 Claude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945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3B82F6"/>
                </a:solidFill>
                <a:latin typeface="Microsoft YaHei"/>
              </a:defRPr>
            </a:pPr>
            <a:r>
              <a:t>一个终端，四个AI大脑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108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CA3AF"/>
                </a:solidFill>
                <a:latin typeface="Microsoft YaHei"/>
              </a:defRPr>
            </a:pPr>
            <a:r>
              <a:t>DeepSeek + Gemini + GPT-4o + Flux — 零锁定，全免费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931920"/>
            <a:ext cx="3047695" cy="274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297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Microsoft YaHei"/>
              </a:defRPr>
            </a:pPr>
            <a:r>
              <a:t>开源 · 模型无关 · 一键安装 · 科研级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GitHub: hqw7484-maker/claude-lab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🤔 现在的 AI 工具有什么问题？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411480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🔒  厂商锁定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011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Microsoft YaHei"/>
              </a:defRPr>
            </a:pPr>
            <a:r>
              <a:t>ChatGPT / Claude / Gemini 各自封闭</a:t>
            </a:r>
            <a:br/>
            <a:r>
              <a:t>换模型 = 数据迁移 + 重新适应 + 重复付费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371600"/>
            <a:ext cx="2560320" cy="411480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💰  订阅疲劳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194560"/>
            <a:ext cx="2011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Microsoft YaHei"/>
              </a:defRPr>
            </a:pPr>
            <a:r>
              <a:t>ChatGPT Plus $20/月 + Midjourney $10/月</a:t>
            </a:r>
            <a:br/>
            <a:r>
              <a:t>+ Gemini $20/月 = $50+/月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2560320" cy="411480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🖼️  功能割裂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2011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Microsoft YaHei"/>
              </a:defRPr>
            </a:pPr>
            <a:r>
              <a:t>对话用 A，画图用 B，读图用 C</a:t>
            </a:r>
            <a:br/>
            <a:r>
              <a:t>窗口切来切去，上下文全丢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1371600"/>
            <a:ext cx="2560320" cy="411480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🔧  配置复杂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194560"/>
            <a:ext cx="2011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Microsoft YaHei"/>
              </a:defRPr>
            </a:pPr>
            <a:r>
              <a:t>API Key、环境变量、命令行</a:t>
            </a:r>
            <a:br/>
            <a:r>
              <a:t>普通用户根本不知道怎么下手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B82F6"/>
                </a:solidFill>
                <a:latin typeface="Microsoft YaHei"/>
              </a:defRPr>
            </a:pPr>
            <a:r>
              <a:t>有没有一个工具，能一次性解决所有这些问题？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Claude Lab — 一站式解决方案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438912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Microsoft YaHei"/>
              </a:defRPr>
            </a:pPr>
            <a:r>
              <a:t>🔓 模型无关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011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Microsoft YaHei"/>
              </a:defRPr>
            </a:pPr>
            <a:r>
              <a:t>不绑定任何厂商</a:t>
            </a:r>
            <a:br/>
            <a:r>
              <a:t>DeepSeek / Gemini / GPT-4o 随时切换</a:t>
            </a:r>
            <a:br/>
            <a:r>
              <a:t>改一行配置，换一个脑子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371600"/>
            <a:ext cx="2560320" cy="438912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Microsoft YaHei"/>
              </a:defRPr>
            </a:pPr>
            <a:r>
              <a:t>💸 极限省钱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194560"/>
            <a:ext cx="2011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Microsoft YaHei"/>
              </a:defRPr>
            </a:pPr>
            <a:r>
              <a:t>只有 DeepSeek 花钱（~1元/月）</a:t>
            </a:r>
            <a:br/>
            <a:r>
              <a:t>视觉识别 → Gemini 免费</a:t>
            </a:r>
            <a:br/>
            <a:r>
              <a:t>AI 绘画 → Flux 免费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2560320" cy="438912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Microsoft YaHei"/>
              </a:defRPr>
            </a:pPr>
            <a:r>
              <a:t>🧩 功能聚合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2011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Microsoft YaHei"/>
              </a:defRPr>
            </a:pPr>
            <a:r>
              <a:t>一个终端搞定一切</a:t>
            </a:r>
            <a:br/>
            <a:r>
              <a:t>对话 · 画图 · 读图 · 查资料</a:t>
            </a:r>
            <a:br/>
            <a:r>
              <a:t>上下文全程保留，不中断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1371600"/>
            <a:ext cx="2560320" cy="438912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Microsoft YaHei"/>
              </a:defRPr>
            </a:pPr>
            <a:r>
              <a:t>⚡ 一键安装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194560"/>
            <a:ext cx="2011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Microsoft YaHei"/>
              </a:defRPr>
            </a:pPr>
            <a:r>
              <a:t>.\一键安装.ps1 回车即可</a:t>
            </a:r>
            <a:br/>
            <a:r>
              <a:t>自动检测环境、安装依赖</a:t>
            </a:r>
            <a:br/>
            <a:r>
              <a:t>引导填写 API 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🎨 AI 绘画 — 一句话出大片（免费）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5029200" cy="502920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Microsoft YaHei"/>
              </a:defRPr>
            </a:pPr>
            <a:r>
              <a:t>💬 用户输入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onsolas"/>
              </a:defRPr>
            </a:pPr>
            <a:r>
              <a:t>gen "赛博朋克城市夜景，霓虹雨"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Microsoft YaHei"/>
              </a:defRPr>
            </a:pPr>
            <a:r>
              <a:t>🎬 AI 扩写（自动）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4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onsolas"/>
              </a:defRPr>
            </a:pPr>
            <a:r>
              <a:t>PBR materials, cinematic volumetric lighting,</a:t>
            </a:r>
            <a:br/>
            <a:r>
              <a:t>Octane Render, 8K, photorealistic,</a:t>
            </a:r>
            <a:br/>
            <a:r>
              <a:t>wet asphalt reflections, neon reflections...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Microsoft YaHei"/>
              </a:defRPr>
            </a:pPr>
            <a:r>
              <a:t>⚙️ 轮询流水线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57200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onsolas"/>
              </a:defRPr>
            </a:pPr>
            <a:r>
              <a:t>Flux.1 (High-Res) → Turbo → Standard</a:t>
            </a:r>
            <a:br/>
            <a:r>
              <a:t>哪个先出用哪个</a:t>
            </a:r>
            <a:br/>
            <a:r>
              <a:t>✅ Flux.1 成功 · 12.05 秒</a:t>
            </a:r>
            <a:br/>
            <a:r>
              <a:t>💡 最终模型：Flux.1 (High-Res)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097280"/>
            <a:ext cx="5029200" cy="502920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371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Microsoft YaHei"/>
              </a:defRPr>
            </a:pPr>
            <a:r>
              <a:t>🖼️ 生成结果</a:t>
            </a:r>
          </a:p>
        </p:txBody>
      </p:sp>
      <p:pic>
        <p:nvPicPr>
          <p:cNvPr id="13" name="Picture 12" descr="art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01168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👁️ AI 视觉 — 看图说话（免费）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5029200" cy="210312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Microsoft YaHei"/>
              </a:defRPr>
            </a:pPr>
            <a:r>
              <a:t>📥 命令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onsolas"/>
              </a:defRPr>
            </a:pPr>
            <a:r>
              <a:t>vg art_2.jpg</a:t>
            </a:r>
            <a:br/>
            <a:r>
              <a:t>→ 调用 GPT-4o 高精度视觉解析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029200" cy="210312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Microsoft YaHei"/>
              </a:defRPr>
            </a:pPr>
            <a:r>
              <a:t>🏷️ 可用模型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7373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onsolas"/>
              </a:defRPr>
            </a:pPr>
            <a:r>
              <a:t>v  &lt;image&gt;  →  Gemini 2.0 Flash（免费）</a:t>
            </a:r>
            <a:br/>
            <a:r>
              <a:t>vg &lt;image&gt;  →  GPT-4o（免费·GitHub Models）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74720"/>
            <a:ext cx="10698480" cy="292608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57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Microsoft YaHei"/>
              </a:defRPr>
            </a:pPr>
            <a:r>
              <a:t>📋 解析结果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14800"/>
            <a:ext cx="9875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Microsoft YaHei"/>
              </a:defRPr>
            </a:pPr>
            <a:r>
              <a:t>赛博朋克风格城市夜景。路面因雨水湿滑，霓虹灯光在沥青上形成鲜艳倒影。两侧现代化建筑上</a:t>
            </a:r>
            <a:br/>
            <a:r>
              <a:t>布满明亮广告屏，部分可见日文和亚洲风格图案。流线型未来感汽车停在路边。远处天际线是</a:t>
            </a:r>
            <a:br/>
            <a:r>
              <a:t>密集高楼和无尽灯火。高饱和度霓虹灯配合积水反射，形成丰富电影级光影对比。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🧠 大脑切换 — 会话中热插拔，上下文不丢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371600"/>
            <a:ext cx="2926080" cy="411480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371600"/>
            <a:ext cx="292608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37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🧠  DeepSeek V4 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B82F6"/>
                </a:solidFill>
                <a:latin typeface="Consolas"/>
              </a:defRPr>
            </a:pPr>
            <a:r>
              <a:t>命令: 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108960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Microsoft YaHei"/>
              </a:defRPr>
            </a:pPr>
            <a:r>
              <a:t>逻辑与计算核心</a:t>
            </a:r>
            <a:br/>
            <a:r>
              <a:t>数学推理 / 代码生成</a:t>
            </a:r>
            <a:br/>
            <a:r>
              <a:t>主力日常使用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371600"/>
            <a:ext cx="2926080" cy="411480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0" y="1371600"/>
            <a:ext cx="29260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1737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👁️  Gemini 2.0 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0B981"/>
                </a:solidFill>
                <a:latin typeface="Consolas"/>
              </a:defRPr>
            </a:pPr>
            <a:r>
              <a:t>命令: gm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108960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Microsoft YaHei"/>
              </a:defRPr>
            </a:pPr>
            <a:r>
              <a:t>视觉解析</a:t>
            </a:r>
            <a:br/>
            <a:r>
              <a:t>100万 token 长文本</a:t>
            </a:r>
            <a:br/>
            <a:r>
              <a:t>多模态分析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371600"/>
            <a:ext cx="2926080" cy="411480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371600"/>
            <a:ext cx="29260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1737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🌐  GPT-4o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4688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59E0B"/>
                </a:solidFill>
                <a:latin typeface="Consolas"/>
              </a:defRPr>
            </a:pPr>
            <a:r>
              <a:t>命令: gp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108960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Microsoft YaHei"/>
              </a:defRPr>
            </a:pPr>
            <a:r>
              <a:t>联网调研</a:t>
            </a:r>
            <a:br/>
            <a:r>
              <a:t>综合分析</a:t>
            </a:r>
            <a:br/>
            <a:r>
              <a:t>高精度识别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  <a:latin typeface="Microsoft YaHei"/>
              </a:defRPr>
            </a:pPr>
            <a:r>
              <a:t>一句话切换，无需重启对话，无需导出数据 — 同一个会话，多个大脑协同工作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🏗️ 架构 — 极简，但强大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18407" y="1097280"/>
            <a:ext cx="4754880" cy="1463039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847" y="1188720"/>
            <a:ext cx="4572000" cy="128016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Claude Code CLI</a:t>
            </a:r>
          </a:p>
          <a:p>
            <a:pPr algn="ctr">
              <a:defRPr sz="1400">
                <a:solidFill>
                  <a:srgbClr val="3B82F6"/>
                </a:solidFill>
                <a:latin typeface="Microsoft YaHei"/>
              </a:defRPr>
            </a:pPr>
            <a:r>
              <a:t>DeepSeek V4 Pro  (Anthropic API 协议)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58687" y="2560320"/>
            <a:ext cx="274320" cy="457200"/>
          </a:xfrm>
          <a:prstGeom prst="down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8027" y="3108960"/>
            <a:ext cx="2468880" cy="16459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B82F6"/>
                </a:solidFill>
                <a:latin typeface="Consolas"/>
              </a:defRPr>
            </a:pPr>
            <a:r>
              <a:t>👁️  v.py</a:t>
            </a:r>
          </a:p>
          <a:p>
            <a:pPr algn="ctr">
              <a:defRPr sz="1200">
                <a:solidFill>
                  <a:srgbClr val="9CA3AF"/>
                </a:solidFill>
                <a:latin typeface="Microsoft YaHei"/>
              </a:defRPr>
            </a:pPr>
            <a:r>
              <a:t>Gemini + GPT-4o</a:t>
            </a:r>
            <a:br/>
            <a:r>
              <a:t>双引擎驱动</a:t>
            </a:r>
          </a:p>
        </p:txBody>
      </p:sp>
      <p:sp>
        <p:nvSpPr>
          <p:cNvPr id="8" name="Rectangle 7"/>
          <p:cNvSpPr/>
          <p:nvPr/>
        </p:nvSpPr>
        <p:spPr>
          <a:xfrm>
            <a:off x="678027" y="3108960"/>
            <a:ext cx="246888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66947" y="3108960"/>
            <a:ext cx="2468880" cy="16459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  <a:latin typeface="Consolas"/>
              </a:defRPr>
            </a:pPr>
            <a:r>
              <a:t>🎨  generate_art.py</a:t>
            </a:r>
          </a:p>
          <a:p>
            <a:pPr algn="ctr">
              <a:defRPr sz="1200">
                <a:solidFill>
                  <a:srgbClr val="9CA3AF"/>
                </a:solidFill>
                <a:latin typeface="Microsoft YaHei"/>
              </a:defRPr>
            </a:pPr>
            <a:r>
              <a:t>Flux → Turbo</a:t>
            </a:r>
            <a:br/>
            <a:r>
              <a:t>→ Standard 流水线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6947" y="3108960"/>
            <a:ext cx="24688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5867" y="3108960"/>
            <a:ext cx="2468880" cy="16459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  <a:latin typeface="Consolas"/>
              </a:defRPr>
            </a:pPr>
            <a:r>
              <a:t>🌐  fetch.py</a:t>
            </a:r>
          </a:p>
          <a:p>
            <a:pPr algn="ctr">
              <a:defRPr sz="1200">
                <a:solidFill>
                  <a:srgbClr val="9CA3AF"/>
                </a:solidFill>
                <a:latin typeface="Microsoft YaHei"/>
              </a:defRPr>
            </a:pPr>
            <a:r>
              <a:t>零依赖</a:t>
            </a:r>
            <a:br/>
            <a:r>
              <a:t>Python 标准库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5867" y="3108960"/>
            <a:ext cx="246888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44787" y="3108960"/>
            <a:ext cx="2468880" cy="16459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A855F7"/>
                </a:solidFill>
                <a:latin typeface="Consolas"/>
              </a:defRPr>
            </a:pPr>
            <a:r>
              <a:t>📊  plot_sine.py</a:t>
            </a:r>
          </a:p>
          <a:p>
            <a:pPr algn="ctr">
              <a:defRPr sz="1200">
                <a:solidFill>
                  <a:srgbClr val="9CA3AF"/>
                </a:solidFill>
                <a:latin typeface="Microsoft YaHei"/>
              </a:defRPr>
            </a:pPr>
            <a:r>
              <a:t>Matplotlib</a:t>
            </a:r>
            <a:br/>
            <a:r>
              <a:t>图表生成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44787" y="3108960"/>
            <a:ext cx="246888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wn Arrow 14"/>
          <p:cNvSpPr/>
          <p:nvPr/>
        </p:nvSpPr>
        <p:spPr>
          <a:xfrm>
            <a:off x="5958687" y="4846320"/>
            <a:ext cx="274320" cy="365760"/>
          </a:xfrm>
          <a:prstGeom prst="down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95447" y="5394960"/>
            <a:ext cx="6400800" cy="9144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🧠  memory/  —  持久记忆系统</a:t>
            </a:r>
          </a:p>
          <a:p>
            <a:pPr algn="ctr">
              <a:defRPr sz="1300">
                <a:solidFill>
                  <a:srgbClr val="9CA3AF"/>
                </a:solidFill>
                <a:latin typeface="Microsoft YaHei"/>
              </a:defRPr>
            </a:pPr>
            <a:r>
              <a:t>rules.md (偏好)  ·  context.md (会话)  ·  MEMORY.md (索引)  —  关了重开，什么都记得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Microsoft YaHei"/>
              </a:defRPr>
            </a:pPr>
            <a:r>
              <a:t>🆓 全部免费    💰 仅 DeepSeek 付费（≈1元/月）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⚡ 三步安装，全程不懂代码也能搞定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371600"/>
            <a:ext cx="3108960" cy="411480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194560" y="1554480"/>
            <a:ext cx="822960" cy="8229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onsolas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51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下载项目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200400"/>
            <a:ext cx="2560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onsolas"/>
              </a:defRPr>
            </a:pPr>
            <a:r>
              <a:t>git clone https://github.com/</a:t>
            </a:r>
            <a:br/>
            <a:r>
              <a:t>hqw7484-maker/claude-lab.git</a:t>
            </a:r>
            <a:br/>
            <a:r>
              <a:t>cd claude-lab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371600"/>
            <a:ext cx="3108960" cy="411480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60720" y="1554480"/>
            <a:ext cx="822960" cy="8229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onsolas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59" y="2651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配置密钥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3200400"/>
            <a:ext cx="2560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onsolas"/>
              </a:defRPr>
            </a:pPr>
            <a:r>
              <a:t>复制 .env.example → .env</a:t>
            </a:r>
            <a:br/>
            <a:r>
              <a:t>填入 DeepSeek API Key</a:t>
            </a:r>
            <a:br/>
            <a:r>
              <a:t>其他 Key 可选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371600"/>
            <a:ext cx="3108960" cy="411480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0" y="1554480"/>
            <a:ext cx="822960" cy="822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onsolas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51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一键安装启动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200400"/>
            <a:ext cx="2560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onsolas"/>
              </a:defRPr>
            </a:pPr>
            <a:r>
              <a:t>.\一键安装.ps1  → 自动装环境</a:t>
            </a:r>
            <a:br/>
            <a:r>
              <a:t>.\start_lab.ps1 → 启动实验室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Microsoft YaHei"/>
              </a:defRPr>
            </a:pPr>
            <a:r>
              <a:t>唯一硬性需求：DeepSeek API Key（platform.deepseek.com 注册即得）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💸 费用对比 — 比一杯奶茶还便宜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371600"/>
            <a:ext cx="9144000" cy="411480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554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Microsoft YaHei"/>
              </a:defRPr>
            </a:pPr>
            <a:r>
              <a:t>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554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Microsoft YaHei"/>
              </a:defRPr>
            </a:pPr>
            <a:r>
              <a:t>ChatGPT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554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Microsoft YaHei"/>
              </a:defRPr>
            </a:pPr>
            <a:r>
              <a:t>Claude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554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Microsoft YaHei"/>
              </a:defRPr>
            </a:pPr>
            <a:r>
              <a:t>节省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94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AI 对话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194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F4444"/>
                </a:solidFill>
                <a:latin typeface="Microsoft YaHei"/>
              </a:defRPr>
            </a:pPr>
            <a:r>
              <a:t>$20/月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194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0B981"/>
                </a:solidFill>
                <a:latin typeface="Microsoft YaHei"/>
              </a:defRPr>
            </a:pPr>
            <a:r>
              <a:t>≈ 1 元/月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194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99%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788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AI 绘画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788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F4444"/>
                </a:solidFill>
                <a:latin typeface="Microsoft YaHei"/>
              </a:defRPr>
            </a:pPr>
            <a:r>
              <a:t>$10/月 (MJ)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788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0B981"/>
                </a:solidFill>
                <a:latin typeface="Microsoft YaHei"/>
              </a:defRPr>
            </a:pPr>
            <a:r>
              <a:t>免费 (Flux)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788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83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图片识别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F4444"/>
                </a:solidFill>
                <a:latin typeface="Microsoft YaHei"/>
              </a:defRPr>
            </a:pPr>
            <a:r>
              <a:t>需 Plus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0B981"/>
                </a:solidFill>
                <a:latin typeface="Microsoft YaHei"/>
              </a:defRPr>
            </a:pPr>
            <a:r>
              <a:t>免费 (Gemini)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383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977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高精度识别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977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F4444"/>
                </a:solidFill>
                <a:latin typeface="Microsoft YaHei"/>
              </a:defRPr>
            </a:pPr>
            <a:r>
              <a:t>需 Plus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977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0B981"/>
                </a:solidFill>
                <a:latin typeface="Microsoft YaHei"/>
              </a:defRPr>
            </a:pPr>
            <a:r>
              <a:t>免费 (GPT-4o)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97763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网页抓取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F4444"/>
                </a:solidFill>
                <a:latin typeface="Microsoft YaHei"/>
              </a:defRPr>
            </a:pPr>
            <a:r>
              <a:t>需插件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0B981"/>
                </a:solidFill>
                <a:latin typeface="Microsoft YaHei"/>
              </a:defRPr>
            </a:pPr>
            <a:r>
              <a:t>免费 (内置)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4572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100%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81"/>
                </a:solidFill>
                <a:latin typeface="Microsoft YaHei"/>
              </a:defRPr>
            </a:pPr>
            <a:r>
              <a:t>每月总开销：$50+ (≈350元)  →  不到 5 元。省下 98%。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🚀 开始你的 AI 实验室之旅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3047695" cy="274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CA3AF"/>
                </a:solidFill>
                <a:latin typeface="Microsoft YaHei"/>
              </a:defRPr>
            </a:pPr>
            <a:r>
              <a:t>GitHub 开源 · MIT 协议 · 随便用随便改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  <a:latin typeface="Consolas"/>
              </a:defRPr>
            </a:pPr>
            <a:r>
              <a:t>github.com/hqw7484-maker/claude-lab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840480"/>
            <a:ext cx="3200400" cy="201168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4023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🆓 自己装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Microsoft YaHei"/>
              </a:defRPr>
            </a:pPr>
            <a:r>
              <a:t>.\一键安装.ps1 回车即可</a:t>
            </a:r>
            <a:br/>
            <a:r>
              <a:t>完全免费，MIT 开源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840480"/>
            <a:ext cx="3200400" cy="2011680"/>
          </a:xfrm>
          <a:prstGeom prst="round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4023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🔧 找我装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Microsoft YaHei"/>
              </a:defRPr>
            </a:pPr>
            <a:r>
              <a:t>68 元 · 30分钟 · 包教包会</a:t>
            </a:r>
            <a:br/>
            <a:r>
              <a:t>QQ: 3664049984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6217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Microsoft YaHei"/>
              </a:defRPr>
            </a:pPr>
            <a:r>
              <a:t>觉得有用？点个 Star ⭐ 让更多人看到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