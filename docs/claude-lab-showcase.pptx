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🧪 Claude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82F6"/>
                </a:solidFill>
                <a:latin typeface="Microsoft YaHei"/>
              </a:defRPr>
            </a:pPr>
            <a:r>
              <a:t>一个终端，四个AI大脑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Microsoft YaHei"/>
              </a:defRPr>
            </a:pPr>
            <a:r>
              <a:t>DeepSeek + Gemini + GPT-4o + Flux — 零锁定，全免费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31920"/>
            <a:ext cx="3047695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开源 · 模型无关 · 一键安装 · 科研级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GitHub: hqw7484-maker/claude-lab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🤔 现在的 AI 工具有什么问题？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🔒  厂商锁定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ChatGPT / Claude / Gemini 各自封闭</a:t>
            </a:r>
            <a:br/>
            <a:r>
              <a:t>换模型 = 数据迁移 + 重新适应 + 重复付费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💰  订阅疲劳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ChatGPT Plus $20/月 + Midjourney $10/月</a:t>
            </a:r>
            <a:br/>
            <a:r>
              <a:t>+ Gemini $20/月 = $50+/月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🖼️  功能割裂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对话用 A，画图用 B，读图用 C</a:t>
            </a:r>
            <a:br/>
            <a:r>
              <a:t>窗口切来切去，上下文全丢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🔧  配置复杂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19456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API Key、环境变量、命令行</a:t>
            </a:r>
            <a:br/>
            <a:r>
              <a:t>普通用户根本不知道怎么下手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Microsoft YaHei"/>
              </a:defRPr>
            </a:pPr>
            <a:r>
              <a:t>有没有一个工具，能一次性解决所有这些问题？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✅ Claude Lab — 一站式解决方案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🔓 模型无关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不绑定任何厂商</a:t>
            </a:r>
            <a:br/>
            <a:r>
              <a:t>DeepSeek / Gemini / GPT-4o 随时切换</a:t>
            </a:r>
            <a:br/>
            <a:r>
              <a:t>改一行配置，换一个脑子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💸 极限省钱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只有 DeepSeek 花钱（~1元/月）</a:t>
            </a:r>
            <a:br/>
            <a:r>
              <a:t>视觉识别 → Gemini 免费</a:t>
            </a:r>
            <a:br/>
            <a:r>
              <a:t>AI 绘画 → Flux 免费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🧩 功能聚合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一个终端搞定一切</a:t>
            </a:r>
            <a:br/>
            <a:r>
              <a:t>对话 · 画图 · 读图 · 查资料</a:t>
            </a:r>
            <a:br/>
            <a:r>
              <a:t>上下文全程保留，不中断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56032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⚡ 一键安装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19456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.\一键安装.ps1 回车即可</a:t>
            </a:r>
            <a:br/>
            <a:r>
              <a:t>自动检测环境、安装依赖</a:t>
            </a:r>
            <a:br/>
            <a:r>
              <a:t>引导填写 API 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🎨 AI 绘画 — 一句话出大片（免费）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5029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💬 用户输入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gen "赛博朋克城市夜景，霓虹雨"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🎬 AI 扩写（自动）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onsolas"/>
              </a:defRPr>
            </a:pPr>
            <a:r>
              <a:t>PBR materials, cinematic volumetric lighting,</a:t>
            </a:r>
            <a:br/>
            <a:r>
              <a:t>Octane Render, 8K, photorealistic,</a:t>
            </a:r>
            <a:br/>
            <a:r>
              <a:t>wet asphalt reflections, neon reflections...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⚙️ 轮询流水线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onsolas"/>
              </a:defRPr>
            </a:pPr>
            <a:r>
              <a:t>Flux.1 (High-Res) → Turbo → Standard</a:t>
            </a:r>
            <a:br/>
            <a:r>
              <a:t>哪个先出用哪个</a:t>
            </a:r>
            <a:br/>
            <a:r>
              <a:t>✅ Flux.1 成功 · 12.05 秒</a:t>
            </a:r>
            <a:br/>
            <a:r>
              <a:t>💡 最终模型：Flux.1 (High-Res)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029200" cy="5029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🖼️ 生成结果</a:t>
            </a:r>
          </a:p>
        </p:txBody>
      </p:sp>
      <p:pic>
        <p:nvPicPr>
          <p:cNvPr id="13" name="Picture 12" descr="art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👁️ AI 视觉 — 看图说话（免费）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📥 命令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vg art_2.jpg</a:t>
            </a:r>
            <a:br/>
            <a:r>
              <a:t>→ 调用 GPT-4o 高精度视觉解析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🏷️ 可用模型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v  &lt;image&gt;  →  Gemini 2.0 Flash（免费）</a:t>
            </a:r>
            <a:br/>
            <a:r>
              <a:t>vg &lt;image&gt;  →  GPT-4o（免费·GitHub Models）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698480" cy="2926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📋 解析结果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赛博朋克风格城市夜景。路面因雨水湿滑，霓虹灯光在沥青上形成鲜艳倒影。两侧现代化建筑上</a:t>
            </a:r>
            <a:br/>
            <a:r>
              <a:t>布满明亮广告屏，部分可见日文和亚洲风格图案。流线型未来感汽车停在路边。远处天际线是</a:t>
            </a:r>
            <a:br/>
            <a:r>
              <a:t>密集高楼和无尽灯火。高饱和度霓虹灯配合积水反射，形成丰富电影级光影对比。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🧠 大脑切换 — 会话中热插拔，上下文不丢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92608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🧠  DeepSeek V4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B82F6"/>
                </a:solidFill>
                <a:latin typeface="Consolas"/>
              </a:defRPr>
            </a:pPr>
            <a:r>
              <a:t>命令: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1089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逻辑与计算核心</a:t>
            </a:r>
            <a:br/>
            <a:r>
              <a:t>数学推理 / 代码生成</a:t>
            </a:r>
            <a:br/>
            <a:r>
              <a:t>主力日常使用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292608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371600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👁️  Gemini 2.0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Consolas"/>
              </a:defRPr>
            </a:pPr>
            <a:r>
              <a:t>命令: 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089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视觉解析</a:t>
            </a:r>
            <a:br/>
            <a:r>
              <a:t>100万 token 长文本</a:t>
            </a:r>
            <a:br/>
            <a:r>
              <a:t>多模态分析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292608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71600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🌐  GPT-4o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Consolas"/>
              </a:defRPr>
            </a:pPr>
            <a:r>
              <a:t>命令: gp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1089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联网调研</a:t>
            </a:r>
            <a:br/>
            <a:r>
              <a:t>综合分析</a:t>
            </a:r>
            <a:br/>
            <a:r>
              <a:t>高精度识别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一句话切换，无需重启对话，无需导出数据 — 同一个会话，多个大脑协同工作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🏗️ 架构 — 极简，但强大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144000" cy="5029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        Claude Code CLI                  │</a:t>
            </a:r>
            <a:br/>
            <a:r>
              <a:t>│    ←  DeepSeek V4 Pro (Anthropic API)    │</a:t>
            </a:r>
            <a:br/>
            <a:r>
              <a:t>├─────────────────────────────────────────┤</a:t>
            </a:r>
            <a:br/>
            <a:r>
              <a:t>│                                           │</a:t>
            </a:r>
            <a:br/>
            <a:r>
              <a:t>│  📁 tools/                                │</a:t>
            </a:r>
            <a:br/>
            <a:r>
              <a:t>│   ├─ v.py              视觉网关           │</a:t>
            </a:r>
            <a:br/>
            <a:r>
              <a:t>│   │   Gemini Flash + GPT-4o 双引擎       │</a:t>
            </a:r>
            <a:br/>
            <a:r>
              <a:t>│   │                                       │</a:t>
            </a:r>
            <a:br/>
            <a:r>
              <a:t>│   ├─ generate_art.py   AI 绘画            │</a:t>
            </a:r>
            <a:br/>
            <a:r>
              <a:t>│   │   Flux → Turbo → Standard 流水线     │</a:t>
            </a:r>
            <a:br/>
            <a:r>
              <a:t>│   │                                       │</a:t>
            </a:r>
            <a:br/>
            <a:r>
              <a:t>│   ├─ fetch.py          网页抓取           │</a:t>
            </a:r>
            <a:br/>
            <a:r>
              <a:t>│   │   零依赖 · Python 标准库              │</a:t>
            </a:r>
            <a:br/>
            <a:r>
              <a:t>│   │                                       │</a:t>
            </a:r>
            <a:br/>
            <a:r>
              <a:t>│   └─ plot_sine.py      数据可视化         │</a:t>
            </a:r>
            <a:br/>
            <a:r>
              <a:t>│                                           │</a:t>
            </a:r>
            <a:br/>
            <a:r>
              <a:t>│  🧠 memory/             持久记忆          │</a:t>
            </a:r>
            <a:br/>
            <a:r>
              <a:t>│   ├─ rules.md           用户偏好          │</a:t>
            </a:r>
            <a:br/>
            <a:r>
              <a:t>│   ├─ context.md         会话上下文        │</a:t>
            </a:r>
            <a:br/>
            <a:r>
              <a:t>│   └─ MEMORY.md          记忆索引          │</a:t>
            </a:r>
            <a:br/>
            <a:r>
              <a:t>│                                           │</a:t>
            </a:r>
            <a:br/>
            <a:r>
              <a:t>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⚡ 三步安装，全程不懂代码也能搞定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310896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0" y="155448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下载项目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onsolas"/>
              </a:defRPr>
            </a:pPr>
            <a:r>
              <a:t>git clone https://github.com/</a:t>
            </a:r>
            <a:br/>
            <a:r>
              <a:t>hqw7484-maker/claude-lab.git</a:t>
            </a:r>
            <a:br/>
            <a:r>
              <a:t>cd claude-lab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310896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0" y="155448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配置密钥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2004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onsolas"/>
              </a:defRPr>
            </a:pPr>
            <a:r>
              <a:t>复制 .env.example → .env</a:t>
            </a:r>
            <a:br/>
            <a:r>
              <a:t>填入 DeepSeek API Key</a:t>
            </a:r>
            <a:br/>
            <a:r>
              <a:t>其他 Key 可选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10896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0" y="155448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一键安装启动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onsolas"/>
              </a:defRPr>
            </a:pPr>
            <a:r>
              <a:t>.\一键安装.ps1  → 自动装环境</a:t>
            </a:r>
            <a:br/>
            <a:r>
              <a:t>.\start_lab.ps1 → 启动实验室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唯一硬性需求：DeepSeek API Key（platform.deepseek.com 注册即得）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💸 费用对比 — 比一杯奶茶还便宜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ChatGPT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Claude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节省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AI 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Microsoft YaHei"/>
              </a:defRPr>
            </a:pPr>
            <a:r>
              <a:t>$20/月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  <a:latin typeface="Microsoft YaHei"/>
              </a:defRPr>
            </a:pPr>
            <a:r>
              <a:t>≈ 1 元/月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AI 绘画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Microsoft YaHei"/>
              </a:defRPr>
            </a:pPr>
            <a:r>
              <a:t>$10/月 (MJ)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  <a:latin typeface="Microsoft YaHei"/>
              </a:defRPr>
            </a:pPr>
            <a:r>
              <a:t>免费 (Flux)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图片识别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Microsoft YaHei"/>
              </a:defRPr>
            </a:pPr>
            <a:r>
              <a:t>需 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  <a:latin typeface="Microsoft YaHei"/>
              </a:defRPr>
            </a:pPr>
            <a:r>
              <a:t>免费 (Gemini)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高精度识别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Microsoft YaHei"/>
              </a:defRPr>
            </a:pPr>
            <a:r>
              <a:t>需 Plus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  <a:latin typeface="Microsoft YaHei"/>
              </a:defRPr>
            </a:pPr>
            <a:r>
              <a:t>免费 (GPT-4o)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9776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网页抓取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Microsoft YaHei"/>
              </a:defRPr>
            </a:pPr>
            <a:r>
              <a:t>需插件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  <a:latin typeface="Microsoft YaHei"/>
              </a:defRPr>
            </a:pPr>
            <a:r>
              <a:t>免费 (内置)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每月总开销：$50+ (≈350元)  →  不到 5 元。省下 98%。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🚀 开始你的 AI 实验室之旅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047695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Microsoft YaHei"/>
              </a:defRPr>
            </a:pPr>
            <a:r>
              <a:t>GitHub 开源 · MIT 协议 · 随便用随便改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onsolas"/>
              </a:defRPr>
            </a:pPr>
            <a:r>
              <a:t>github.com/hqw7484-maker/claude-lab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840480"/>
            <a:ext cx="32004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🆓 自己装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.\一键安装.ps1 回车即可</a:t>
            </a:r>
            <a:br/>
            <a:r>
              <a:t>完全免费，MIT 开源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840480"/>
            <a:ext cx="32004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🔧 找我装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68 元 · 30分钟 · 包教包会</a:t>
            </a:r>
            <a:br/>
            <a:r>
              <a:t>QQ: 3664049984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觉得有用？点个 Star ⭐ 让更多人看到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